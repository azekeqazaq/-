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Space Grotesk"/>
      <p:bold r:id="rId7"/>
    </p:embeddedFont>
    <p:embeddedFont>
      <p:font typeface="Urbanist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120354"/>
            <a:ext cx="1143000" cy="76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354462" y="2482304"/>
            <a:ext cx="1290077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6000" b="1" i="0" u="none">
                <a:solidFill>
                  <a:srgbClr val="FFFFFF"/>
                </a:solidFill>
                <a:latin typeface="Space Grotesk"/>
              </a:rPr>
              <a:t>КОНТАКТОРЛАРДЫ</a:t>
            </a:r>
            <a:r>
              <a:t>
</a:t>
            </a:r>
            <a:r>
              <a:rPr sz="6000" b="1" i="0" u="none">
                <a:solidFill>
                  <a:srgbClr val="FFFFFF"/>
                </a:solidFill>
                <a:latin typeface="Space Grotesk"/>
              </a:rPr>
              <a:t>БӨЛШЕКТЕУ ЖӘНЕ ТАЗАЛАУ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4404"/>
            <a:ext cx="9525000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sz="1950" b="0" i="0" u="none">
                <a:solidFill>
                  <a:srgbClr val="94A3B8"/>
                </a:solidFill>
                <a:latin typeface="Urbanist"/>
              </a:rPr>
              <a:t>Электрлік жабдықтарға техникалық қызмет көрсету бойынша кәсіби нұсқаулық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581025"/>
            <a:ext cx="57150" cy="581025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66887"/>
            <a:ext cx="5229225" cy="428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776412"/>
            <a:ext cx="5210175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581025"/>
            <a:ext cx="1142047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Space Grotesk"/>
              </a:rPr>
              <a:t>КОНТАКТОРДЫ БӨЛШЕКТЕУ ҚАДАМДАРЫ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122289"/>
            <a:ext cx="6863357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BBF24"/>
                </a:solidFill>
                <a:latin typeface="Urbanist"/>
              </a:rPr>
              <a:t>Бөлшектеу процесі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89014"/>
            <a:ext cx="49911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Қауіпсіздік: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Бірінші кезекте қоректендіру көзінен ажыратып, LOTO жүйесін қолданыңыз.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66194"/>
            <a:ext cx="49911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Корпусты ашу: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Бекіткіш бұрандаларды босатып, сыртқы қабықшаны абайлап шешіңіз.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43375"/>
            <a:ext cx="49911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Ішкі бөліктер: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Электромагниттік катушканы және жылжымалы өзекшені ажыратыңыз.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20555"/>
            <a:ext cx="49911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Тексеру: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Қайтару серіппелерінің және доға сөндіргіш камераның бүтіндігін тексеріңіз.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2589014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3366194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143375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920555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E8A1356-B8FF-C4B9-28A8-3BD679D56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557" y="1776411"/>
            <a:ext cx="5237847" cy="42767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581025"/>
            <a:ext cx="57150" cy="581025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66887"/>
            <a:ext cx="5229225" cy="428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776412"/>
            <a:ext cx="5210175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581025"/>
            <a:ext cx="1142047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Space Grotesk"/>
              </a:rPr>
              <a:t>ТАЗАЛАУ ЖӘНЕ КОНТАКТІЛЕРДІ КҮТУ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975544"/>
            <a:ext cx="6863357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BBF24"/>
                </a:solidFill>
                <a:latin typeface="Urbanist"/>
              </a:rPr>
              <a:t>Техникалық тазалау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42269"/>
            <a:ext cx="4991100" cy="88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Шаңнан тазарту: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Барлық бөлшектерді сығылған ауамен немесе антистатикалық щеткамен тазалаңыз.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12790"/>
            <a:ext cx="49911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Контактілерді жуу: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Изопропил спирті немесе арнайы контакт тазартқыш спрейін қолданыңыз.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89970"/>
            <a:ext cx="49911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Тотығуды кетіру: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Егер контактілерде күйік болса, өте жұқа егеуқұммен (400+ grit) абайлап өңдеңіз.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67151"/>
            <a:ext cx="49911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Механикалық майлау: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Жылжымалы бөліктерге өндіруші ұсынған арнайы майды жағыңыз.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2442269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3512790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289970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067151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4F0BD2B7-8429-A56A-C97C-3780603EF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4" y="1776412"/>
            <a:ext cx="5229225" cy="4276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0525" y="1316384"/>
            <a:ext cx="57150" cy="581025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5837" y="-14509"/>
            <a:ext cx="6086475" cy="46779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316384"/>
            <a:ext cx="628828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Space Grotesk"/>
              </a:rPr>
              <a:t>БЕЙНЕ-НҰСҚАУЛЫҚ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278409"/>
            <a:ext cx="648831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BBF24"/>
                </a:solidFill>
                <a:latin typeface="Urbanist"/>
              </a:rPr>
              <a:t>Тәжірибелік қолдану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745134"/>
            <a:ext cx="5038725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Бұл бөлімде контакторды кәсіби деңгейде бөлшектеу және тазалау бойынша көрнекі бейне-нұсқаулық берілген. Көрнекі мысалдар арқылы маман келесі дағдыларды меңгереді: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08995"/>
            <a:ext cx="5845968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Дұрыс құрал-сайманды таңдау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92835"/>
            <a:ext cx="5845968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Жұмыс кезіндегі қателіктердің алдын алу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6676"/>
            <a:ext cx="5845968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Техникалық паспортқа сәйкес құрастыру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108995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592835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076676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  <p:pic>
        <p:nvPicPr>
          <p:cNvPr id="14" name="WhatsApp Video 2026-09-21 at 21.49.53 (3)">
            <a:hlinkClick r:id="" action="ppaction://media"/>
            <a:extLst>
              <a:ext uri="{FF2B5EF4-FFF2-40B4-BE49-F238E27FC236}">
                <a16:creationId xmlns:a16="http://schemas.microsoft.com/office/drawing/2014/main" id="{5F19FE50-1BF4-F892-B557-8F2D90D7913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65836" y="0"/>
            <a:ext cx="6078735" cy="4663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4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09750" y="2043261"/>
            <a:ext cx="8572500" cy="3116312"/>
          </a:xfrm>
          <a:prstGeom prst="roundRect">
            <a:avLst>
              <a:gd name="adj" fmla="val 7335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0296" y="1024086"/>
            <a:ext cx="11251406" cy="733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FFFFF"/>
                </a:solidFill>
                <a:latin typeface="Space Grotesk"/>
              </a:rPr>
              <a:t>ҚОРЫТЫНДЫ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187" y="5540573"/>
            <a:ext cx="10715625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НАЗАРЛАРЫҢЫЗҒА РАҚМЕТ!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6343" y="2433786"/>
            <a:ext cx="9739312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sz="1950" b="0" i="0" u="none">
                <a:solidFill>
                  <a:srgbClr val="FFFFFF"/>
                </a:solidFill>
                <a:latin typeface="Urbanist"/>
              </a:rPr>
              <a:t>Тұрақты техникалық қызмет көрсету – бұл жабдықтың ұзақ әрі қауіпсіз жұмыс істеуінің кепілі.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0255" y="3317527"/>
            <a:ext cx="5264236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Контактілердің қызып кетуін болдырмайды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0255" y="3801367"/>
            <a:ext cx="5264236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Электр энергиясының шығынын азайтады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255" y="4285208"/>
            <a:ext cx="5264236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Апаттық тоқтаулардың алдын алады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6880" y="3317527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6880" y="3801367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6880" y="4285208"/>
            <a:ext cx="2095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BBF24"/>
                </a:solidFill>
                <a:latin typeface="Urbanist"/>
              </a:rPr>
              <a:t>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203</Words>
  <Application>Microsoft Office PowerPoint</Application>
  <PresentationFormat>Широкоэкранный</PresentationFormat>
  <Paragraphs>40</Paragraphs>
  <Slides>5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Calibri</vt:lpstr>
      <vt:lpstr>Urbanist</vt:lpstr>
      <vt:lpstr>Space Grotesk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Sabyrgali Bakhtiyar</dc:creator>
  <cp:keywords/>
  <dc:description>generated using python-pptx</dc:description>
  <cp:lastModifiedBy>Бахтияр Сабыргали</cp:lastModifiedBy>
  <cp:revision>2</cp:revision>
  <dcterms:created xsi:type="dcterms:W3CDTF">2013-01-27T09:14:16Z</dcterms:created>
  <dcterms:modified xsi:type="dcterms:W3CDTF">2026-09-21T17:42:52Z</dcterms:modified>
  <cp:category/>
</cp:coreProperties>
</file>